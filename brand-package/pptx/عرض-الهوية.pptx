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غلاف الهوية: الشعار المعتمد 1c مع الاسم والتخصص.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نسخ الشعار الأربع وقواعد المساحة الآمنة.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الألوان: أساس داكن وتركواز لا يتجاوز 10٪.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Plex Sans Arabic بأوزانه وتسلسله الهرمي.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نمط الإشارة وشبكة النقاط ونظام 8px.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قالب منشور X/LinkedIn وقالب الاقتباس.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قالب إعلان مشروع وقالب مشاركة إنجاز.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قالب الفعاليات، غلاف القصة، والصورة المصغرة.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الغلاف وصور البروفايل — خاتمة الدليل.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6750" y="2857500"/>
            <a:ext cx="1714500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9802" y="5029200"/>
            <a:ext cx="442854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احمد الحربي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6929802" y="6229350"/>
            <a:ext cx="44285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مهندس ذكاء اصطناعي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186761" y="7115175"/>
            <a:ext cx="43060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دليل الهوية البصرية · الإصدار 1.0 ·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الشعار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344525" y="2581275"/>
            <a:ext cx="3800475" cy="5753100"/>
          </a:xfrm>
          <a:prstGeom prst="roundRect">
            <a:avLst>
              <a:gd name="adj" fmla="val 5013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30388" y="4467225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09130" y="6162675"/>
            <a:ext cx="11474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الرمز الرئيسي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277350" y="2581275"/>
            <a:ext cx="3800475" cy="5753100"/>
          </a:xfrm>
          <a:prstGeom prst="roundRect">
            <a:avLst>
              <a:gd name="adj" fmla="val 5013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8131" y="4867275"/>
            <a:ext cx="628650" cy="6286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8394" y="4976813"/>
            <a:ext cx="169211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احمد الحربي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10515154" y="5762625"/>
            <a:ext cx="14575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النسخة الأفقية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210175" y="2581275"/>
            <a:ext cx="3800475" cy="5753100"/>
          </a:xfrm>
          <a:prstGeom prst="roundRect">
            <a:avLst>
              <a:gd name="adj" fmla="val 5013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7513" y="4581525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31756" y="5419725"/>
            <a:ext cx="149304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احمد الحربي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6437709" y="6048375"/>
            <a:ext cx="14799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النسخة الرأسية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1143000" y="2581275"/>
            <a:ext cx="3800475" cy="575310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57538" y="4724400"/>
            <a:ext cx="914400" cy="9144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71738" y="4953000"/>
            <a:ext cx="457200" cy="45720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14538" y="506730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84809" y="5905500"/>
            <a:ext cx="166854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أحادي + فافيكون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1143000" y="8867775"/>
            <a:ext cx="1648206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97"/>
              </a:lnSpc>
              <a:buNone/>
            </a:pPr>
            <a:r>
              <a:rPr lang="en-US" sz="1950" dirty="0">
                <a:solidFill>
                  <a:srgbClr val="F2F4F6">
                    <a:alpha val="5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المساحة الآمنة: وحدة واحدة (ارتفاع الشرطة) من كل جهة · الحد الأدنى للعرض 24px · ممنوع التدوير أو الظلال أو تغيير الألوان.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الألوان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4158020" y="2581275"/>
            <a:ext cx="2986980" cy="5905500"/>
          </a:xfrm>
          <a:prstGeom prst="roundRect">
            <a:avLst>
              <a:gd name="adj" fmla="val 6378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67545" y="2590800"/>
            <a:ext cx="2967930" cy="4752975"/>
          </a:xfrm>
          <a:prstGeom prst="rect">
            <a:avLst/>
          </a:prstGeom>
          <a:solidFill>
            <a:srgbClr val="0B0D10"/>
          </a:solidFill>
          <a:ln/>
        </p:spPr>
      </p:sp>
      <p:sp>
        <p:nvSpPr>
          <p:cNvPr id="6" name="Shape 4"/>
          <p:cNvSpPr/>
          <p:nvPr/>
        </p:nvSpPr>
        <p:spPr>
          <a:xfrm>
            <a:off x="14167545" y="7343775"/>
            <a:ext cx="2967930" cy="1133475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7" name="Text 5"/>
          <p:cNvSpPr/>
          <p:nvPr/>
        </p:nvSpPr>
        <p:spPr>
          <a:xfrm>
            <a:off x="14396145" y="7572375"/>
            <a:ext cx="2761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الليل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396145" y="7962900"/>
            <a:ext cx="27618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#0B0D10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04339" y="2581275"/>
            <a:ext cx="2986980" cy="5905500"/>
          </a:xfrm>
          <a:prstGeom prst="roundRect">
            <a:avLst>
              <a:gd name="adj" fmla="val 6378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3864" y="2590800"/>
            <a:ext cx="2967930" cy="4752975"/>
          </a:xfrm>
          <a:prstGeom prst="rect">
            <a:avLst/>
          </a:prstGeom>
          <a:solidFill>
            <a:srgbClr val="171A1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13864" y="7343775"/>
            <a:ext cx="2967930" cy="1133475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10"/>
          <p:cNvSpPr/>
          <p:nvPr/>
        </p:nvSpPr>
        <p:spPr>
          <a:xfrm>
            <a:off x="11142464" y="7572375"/>
            <a:ext cx="2761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السطح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142464" y="7962900"/>
            <a:ext cx="27618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#171A1F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50510" y="2581275"/>
            <a:ext cx="2987129" cy="5905500"/>
          </a:xfrm>
          <a:prstGeom prst="roundRect">
            <a:avLst>
              <a:gd name="adj" fmla="val 6377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0035" y="2590800"/>
            <a:ext cx="2968079" cy="4752975"/>
          </a:xfrm>
          <a:prstGeom prst="rect">
            <a:avLst/>
          </a:prstGeom>
          <a:solidFill>
            <a:srgbClr val="4FD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7660035" y="7343775"/>
            <a:ext cx="2968079" cy="1133475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7" name="Text 15"/>
          <p:cNvSpPr/>
          <p:nvPr/>
        </p:nvSpPr>
        <p:spPr>
          <a:xfrm>
            <a:off x="7888635" y="7572375"/>
            <a:ext cx="27619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التركواز التقني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888635" y="7962900"/>
            <a:ext cx="27619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#4FD8C4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96829" y="2581275"/>
            <a:ext cx="2986980" cy="5905500"/>
          </a:xfrm>
          <a:prstGeom prst="roundRect">
            <a:avLst>
              <a:gd name="adj" fmla="val 6378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6354" y="2590800"/>
            <a:ext cx="2967930" cy="4752975"/>
          </a:xfrm>
          <a:prstGeom prst="rect">
            <a:avLst/>
          </a:prstGeom>
          <a:solidFill>
            <a:srgbClr val="F2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6354" y="7343775"/>
            <a:ext cx="2967930" cy="1133475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22" name="Text 20"/>
          <p:cNvSpPr/>
          <p:nvPr/>
        </p:nvSpPr>
        <p:spPr>
          <a:xfrm>
            <a:off x="4634954" y="7572375"/>
            <a:ext cx="276180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الأبيض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634954" y="7962900"/>
            <a:ext cx="27618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#F2F4F6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2581275"/>
            <a:ext cx="2987129" cy="5905500"/>
          </a:xfrm>
          <a:prstGeom prst="roundRect">
            <a:avLst>
              <a:gd name="adj" fmla="val 6377"/>
            </a:avLst>
          </a:prstGeom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2525" y="2590800"/>
            <a:ext cx="2968079" cy="4752975"/>
          </a:xfrm>
          <a:prstGeom prst="rect">
            <a:avLst/>
          </a:prstGeom>
          <a:solidFill>
            <a:srgbClr val="8A93A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52525" y="7343775"/>
            <a:ext cx="2968079" cy="1133475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27" name="Text 25"/>
          <p:cNvSpPr/>
          <p:nvPr/>
        </p:nvSpPr>
        <p:spPr>
          <a:xfrm>
            <a:off x="1381125" y="7572375"/>
            <a:ext cx="27619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رمادي ثانوي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81125" y="7962900"/>
            <a:ext cx="276196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#8A93A0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020175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2F4F6">
                    <a:alpha val="5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التركواز للتمييز فقط — لا يتجاوز 10٪ من مساحة أي تصميم.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03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الخط — Thmanyah Sans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581275"/>
            <a:ext cx="16002000" cy="6753225"/>
          </a:xfrm>
          <a:prstGeom prst="roundRect">
            <a:avLst>
              <a:gd name="adj" fmla="val 2821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858875" y="4786313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عنوان رئيسي · 700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41073" y="4405313"/>
            <a:ext cx="424666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أبني أنظمة ذكية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858875" y="5738813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عنوان فرعي · 600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48998" y="5548313"/>
            <a:ext cx="522794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الذكاء الاصطناعي وتعلم الآلة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858875" y="6510338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نص · 400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2559" y="6453188"/>
            <a:ext cx="63680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2F4F6">
                    <a:alpha val="7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نص الفقرات والمنشورات — ارتفاع سطر 1.8 للعربية.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858875" y="7224713"/>
            <a:ext cx="29337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F4F6">
                    <a:alpha val="4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شيفرة / وسم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74585" y="7196138"/>
            <a:ext cx="39897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model.predict(x) · #AI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العناصر الزخرفية والشبكة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988850" y="2581275"/>
            <a:ext cx="5156150" cy="6753225"/>
          </a:xfrm>
          <a:prstGeom prst="roundRect">
            <a:avLst>
              <a:gd name="adj" fmla="val 3695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30525" y="3048000"/>
            <a:ext cx="1047750" cy="190500"/>
          </a:xfrm>
          <a:prstGeom prst="roundRect">
            <a:avLst>
              <a:gd name="adj" fmla="val 50000"/>
            </a:avLst>
          </a:prstGeom>
          <a:solidFill>
            <a:srgbClr val="4FD8C4"/>
          </a:solidFill>
          <a:ln/>
        </p:spPr>
      </p:sp>
      <p:sp>
        <p:nvSpPr>
          <p:cNvPr id="6" name="Shape 4"/>
          <p:cNvSpPr/>
          <p:nvPr/>
        </p:nvSpPr>
        <p:spPr>
          <a:xfrm>
            <a:off x="15287625" y="3048000"/>
            <a:ext cx="190500" cy="190500"/>
          </a:xfrm>
          <a:prstGeom prst="ellipse">
            <a:avLst/>
          </a:prstGeom>
          <a:solidFill>
            <a:srgbClr val="F2F4F6"/>
          </a:solidFill>
          <a:ln/>
        </p:spPr>
      </p:sp>
      <p:sp>
        <p:nvSpPr>
          <p:cNvPr id="7" name="Shape 5"/>
          <p:cNvSpPr/>
          <p:nvPr/>
        </p:nvSpPr>
        <p:spPr>
          <a:xfrm>
            <a:off x="15154275" y="3429000"/>
            <a:ext cx="1047750" cy="190500"/>
          </a:xfrm>
          <a:prstGeom prst="roundRect">
            <a:avLst>
              <a:gd name="adj" fmla="val 50000"/>
            </a:avLst>
          </a:prstGeom>
          <a:solidFill>
            <a:srgbClr val="F2F4F6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678025" y="3810000"/>
            <a:ext cx="1047750" cy="190500"/>
          </a:xfrm>
          <a:prstGeom prst="roundRect">
            <a:avLst>
              <a:gd name="adj" fmla="val 50000"/>
            </a:avLst>
          </a:prstGeom>
          <a:solidFill>
            <a:srgbClr val="F2F4F6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335125" y="3810000"/>
            <a:ext cx="190500" cy="1905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10" name="Text 8"/>
          <p:cNvSpPr/>
          <p:nvPr/>
        </p:nvSpPr>
        <p:spPr>
          <a:xfrm>
            <a:off x="12455575" y="8448675"/>
            <a:ext cx="43493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39"/>
              </a:lnSpc>
              <a:buNone/>
            </a:pPr>
            <a:r>
              <a:rPr lang="en-US" sz="1950" dirty="0">
                <a:solidFill>
                  <a:srgbClr val="F2F4F6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نمط «الإشارة» — زخرفة زوايا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65999" y="2581275"/>
            <a:ext cx="5156150" cy="6753225"/>
          </a:xfrm>
          <a:prstGeom prst="roundRect">
            <a:avLst>
              <a:gd name="adj" fmla="val 3695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41125" y="30480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98225" y="30480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55325" y="3048000"/>
            <a:ext cx="114300" cy="1143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12425" y="30480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69525" y="30480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426625" y="30480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141125" y="33909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98225" y="3390900"/>
            <a:ext cx="114300" cy="1143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5325" y="33909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12425" y="33909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69525" y="33909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26625" y="3390900"/>
            <a:ext cx="114300" cy="1143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41125" y="3733800"/>
            <a:ext cx="114300" cy="1143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98225" y="37338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455325" y="37338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112425" y="37338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769525" y="3733800"/>
            <a:ext cx="114300" cy="1143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29" name="Shape 27"/>
          <p:cNvSpPr/>
          <p:nvPr/>
        </p:nvSpPr>
        <p:spPr>
          <a:xfrm>
            <a:off x="9426625" y="3733800"/>
            <a:ext cx="114300" cy="114300"/>
          </a:xfrm>
          <a:prstGeom prst="ellipse">
            <a:avLst/>
          </a:prstGeom>
          <a:solidFill>
            <a:srgbClr val="F2F4F6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032724" y="8448675"/>
            <a:ext cx="43493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39"/>
              </a:lnSpc>
              <a:buNone/>
            </a:pPr>
            <a:r>
              <a:rPr lang="en-US" sz="1950" dirty="0">
                <a:solidFill>
                  <a:srgbClr val="F2F4F6">
                    <a:alpha val="50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شبكة نقاط — خلفية خفيفة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1143000" y="2581275"/>
            <a:ext cx="5156299" cy="6753225"/>
          </a:xfrm>
          <a:prstGeom prst="roundRect">
            <a:avLst>
              <a:gd name="adj" fmla="val 3695"/>
            </a:avLst>
          </a:prstGeom>
          <a:solidFill>
            <a:srgbClr val="101216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9725" y="4748213"/>
            <a:ext cx="4645134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Grid &amp; Spacing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609725" y="5300663"/>
            <a:ext cx="4349535" cy="190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97"/>
              </a:lnSpc>
              <a:buNone/>
            </a:pPr>
            <a:r>
              <a:rPr lang="en-US" sz="1950" dirty="0">
                <a:solidFill>
                  <a:srgbClr val="F2F4F6">
                    <a:alpha val="5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نظام 8px: الهوامش مضاعفات 8 (8 / 16 / 24 / 40 / 64) هامش خارجي 64px على مقاس 1080 زوايا العناصر 12px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قوالب المنشورات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981950" y="3338513"/>
            <a:ext cx="9163050" cy="5162550"/>
          </a:xfrm>
          <a:prstGeom prst="roundRect">
            <a:avLst>
              <a:gd name="adj" fmla="val 2952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1950" y="3338513"/>
            <a:ext cx="9163050" cy="51625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62200" y="3338513"/>
            <a:ext cx="5162550" cy="5162550"/>
          </a:xfrm>
          <a:prstGeom prst="roundRect">
            <a:avLst>
              <a:gd name="adj" fmla="val 2952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338513"/>
            <a:ext cx="51625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المشاريع والإنجازات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372600" y="3243263"/>
            <a:ext cx="5353050" cy="5353050"/>
          </a:xfrm>
          <a:prstGeom prst="roundRect">
            <a:avLst>
              <a:gd name="adj" fmla="val 2847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3243263"/>
            <a:ext cx="5353050" cy="5353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2350" y="3243263"/>
            <a:ext cx="5353050" cy="5353050"/>
          </a:xfrm>
          <a:prstGeom prst="roundRect">
            <a:avLst>
              <a:gd name="adj" fmla="val 2847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0" y="3243263"/>
            <a:ext cx="5353050" cy="5353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الدورات والقصص والمصغرات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639550" y="3671888"/>
            <a:ext cx="4495800" cy="4495800"/>
          </a:xfrm>
          <a:prstGeom prst="roundRect">
            <a:avLst>
              <a:gd name="adj" fmla="val 3390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9550" y="3671888"/>
            <a:ext cx="4495800" cy="449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3671888"/>
            <a:ext cx="2533650" cy="4495800"/>
          </a:xfrm>
          <a:prstGeom prst="roundRect">
            <a:avLst>
              <a:gd name="adj" fmla="val 6015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71888"/>
            <a:ext cx="2533650" cy="449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152650" y="4195763"/>
            <a:ext cx="6115050" cy="3448050"/>
          </a:xfrm>
          <a:prstGeom prst="roundRect">
            <a:avLst>
              <a:gd name="adj" fmla="val 4420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4195763"/>
            <a:ext cx="6115050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FD8C4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08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76022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F4F6"/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أغلفة الحسابات وصور البروفايل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419475" y="2814638"/>
            <a:ext cx="11449050" cy="3829050"/>
          </a:xfrm>
          <a:prstGeom prst="roundRect">
            <a:avLst>
              <a:gd name="adj" fmla="val 3980"/>
            </a:avLst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9475" y="2814638"/>
            <a:ext cx="11449050" cy="3829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372975" y="7100888"/>
            <a:ext cx="1924050" cy="1924050"/>
          </a:xfrm>
          <a:prstGeom prst="ellipse">
            <a:avLst/>
          </a:prstGeom>
          <a:solidFill>
            <a:srgbClr val="101216"/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58750" y="7586663"/>
            <a:ext cx="952500" cy="9525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086975" y="7110413"/>
            <a:ext cx="1905000" cy="1905000"/>
          </a:xfrm>
          <a:prstGeom prst="ellipse">
            <a:avLst/>
          </a:prstGeom>
          <a:solidFill>
            <a:srgbClr val="4FD8C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3225" y="7586663"/>
            <a:ext cx="952500" cy="952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90975" y="7596187"/>
            <a:ext cx="5886450" cy="971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9697"/>
              </a:lnSpc>
              <a:buNone/>
            </a:pPr>
            <a:r>
              <a:rPr lang="en-US" sz="1950" dirty="0">
                <a:solidFill>
                  <a:srgbClr val="F2F4F6">
                    <a:alpha val="55000"/>
                  </a:srgbClr>
                </a:solidFill>
                <a:latin typeface="Thmanyah Sans" pitchFamily="34" charset="0"/>
                <a:ea typeface="Thmanyah Sans" pitchFamily="34" charset="-122"/>
                <a:cs typeface="Thmanyah Sans" pitchFamily="34" charset="-120"/>
              </a:rPr>
              <a:t>صورة البروفايل: الرمز وحده في المنتصف — نسخة داكنة للاستخدام الافتراضي ونسخة تركواز للتمييز.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2026-07-27T06:02:30Z</dcterms:created>
  <dcterms:modified xsi:type="dcterms:W3CDTF">2026-07-27T06:02:30Z</dcterms:modified>
</cp:coreProperties>
</file>