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8567" y="18288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0B0D10"/>
                </a:solidFill>
                <a:latin typeface="Thmanyah Sans"/>
              </a:rPr>
              <a:t>عنوان فرعي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10029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5400" b="1">
                <a:solidFill>
                  <a:srgbClr val="0B0D10"/>
                </a:solidFill>
                <a:latin typeface="Thmanyah Sans"/>
              </a:rPr>
              <a:t>عنوان العرض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110029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200" b="0">
                <a:solidFill>
                  <a:srgbClr val="8A93A0"/>
                </a:solidFill>
                <a:latin typeface="Thmanyah Sans"/>
              </a:rPr>
              <a:t>احمد الحربي  ·  مهندس ذكاء 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8495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CFAF7"/>
          </a:solidFill>
          <a:ln w="19050">
            <a:solidFill>
              <a:srgbClr val="4F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4FD8C4"/>
                </a:solidFill>
                <a:latin typeface="Thmanyah Sans"/>
              </a:rPr>
              <a:t>قسم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21488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5600" b="1">
                <a:solidFill>
                  <a:srgbClr val="4FD8C4"/>
                </a:solidFill>
                <a:latin typeface="Thmanyah San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06324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110029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4400" b="1">
                <a:solidFill>
                  <a:srgbClr val="0B0D10"/>
                </a:solidFill>
                <a:latin typeface="Thmanyah Sans"/>
              </a:rPr>
              <a:t>عنوان القسم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2000" b="0">
                <a:solidFill>
                  <a:srgbClr val="8A93A0"/>
                </a:solidFill>
                <a:latin typeface="Thmanyah Sans"/>
              </a:rPr>
              <a:t>سطر يوضّح وش بنغطّي في هذا الجزء.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8495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CFAF7"/>
          </a:solidFill>
          <a:ln w="19050">
            <a:solidFill>
              <a:srgbClr val="4F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4FD8C4"/>
                </a:solidFill>
                <a:latin typeface="Thmanyah Sans"/>
              </a:rPr>
              <a:t>محتوى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600" b="1">
                <a:solidFill>
                  <a:srgbClr val="4FD8C4"/>
                </a:solidFill>
                <a:latin typeface="Thmanyah Sans"/>
              </a:rPr>
              <a:t>هوك قصير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10029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3600" b="1">
                <a:solidFill>
                  <a:srgbClr val="0B0D10"/>
                </a:solidFill>
                <a:latin typeface="Thmanyah Sans"/>
              </a:rPr>
              <a:t>عنوان الشريحة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800" b="0">
                <a:solidFill>
                  <a:srgbClr val="8A93A0"/>
                </a:solidFill>
                <a:latin typeface="Thmanyah Sans"/>
              </a:rPr>
              <a:t>سطرين رماديين تحت العنوان — مو أكثر.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53035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2000" b="0">
                <a:solidFill>
                  <a:srgbClr val="0B0D10"/>
                </a:solidFill>
                <a:latin typeface="Thmanyah Sans"/>
              </a:rPr>
              <a:t>نقطة أولى — واضحة ومباشرة</a:t>
            </a:r>
          </a:p>
          <a:p>
            <a:pPr algn="r" rtl="1">
              <a:spcAft>
                <a:spcPts val="1400"/>
              </a:spcAft>
            </a:pPr>
            <a:r>
              <a:rPr sz="2000" b="0">
                <a:solidFill>
                  <a:srgbClr val="0B0D10"/>
                </a:solidFill>
                <a:latin typeface="Thmanyah Sans"/>
              </a:rPr>
              <a:t>نقطة ثانية — مثال أو رقم</a:t>
            </a:r>
          </a:p>
          <a:p>
            <a:pPr algn="r" rtl="1">
              <a:spcAft>
                <a:spcPts val="1400"/>
              </a:spcAft>
            </a:pPr>
            <a:r>
              <a:rPr sz="2000" b="0">
                <a:solidFill>
                  <a:srgbClr val="0B0D10"/>
                </a:solidFill>
                <a:latin typeface="Thmanyah Sans"/>
              </a:rPr>
              <a:t>نقطة ثالثة — الخلاصة العملية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532120"/>
            <a:ext cx="11002975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24183" y="5641848"/>
            <a:ext cx="54864" cy="649224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105914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000" b="0">
                <a:solidFill>
                  <a:srgbClr val="0B0D10"/>
                </a:solidFill>
                <a:latin typeface="Thmanyah Sans"/>
              </a:rPr>
              <a:t>الخلاصة = شريط واحد بحافة تركواز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8495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CFAF7"/>
          </a:solidFill>
          <a:ln w="19050">
            <a:solidFill>
              <a:srgbClr val="4F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4FD8C4"/>
                </a:solidFill>
                <a:latin typeface="Thmanyah Sans"/>
              </a:rPr>
              <a:t>عمودان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10029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3600" b="1">
                <a:solidFill>
                  <a:srgbClr val="0B0D10"/>
                </a:solidFill>
                <a:latin typeface="Thmanyah Sans"/>
              </a:rPr>
              <a:t>مقارنة أو تقسيم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5387187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1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400" b="1">
                <a:solidFill>
                  <a:srgbClr val="0B0D10"/>
                </a:solidFill>
                <a:latin typeface="Thmanyah Sans"/>
              </a:rPr>
              <a:t>الخيار الأول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02142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1700" b="0">
                <a:solidFill>
                  <a:srgbClr val="8A93A0"/>
                </a:solidFill>
                <a:latin typeface="Thmanyah Sans"/>
              </a:rPr>
              <a:t>سطر رمادي يشرح الفكرة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2331720"/>
            <a:ext cx="5387187" cy="2926080"/>
          </a:xfrm>
          <a:prstGeom prst="roundRect">
            <a:avLst>
              <a:gd name="adj" fmla="val 12000"/>
            </a:avLst>
          </a:prstGeom>
          <a:solidFill>
            <a:srgbClr val="ECFAF7"/>
          </a:solidFill>
          <a:ln w="25400">
            <a:solidFill>
              <a:srgbClr val="4F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2606040"/>
            <a:ext cx="5021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400" b="1">
                <a:solidFill>
                  <a:srgbClr val="4FD8C4"/>
                </a:solidFill>
                <a:latin typeface="Thmanyah Sans"/>
              </a:rPr>
              <a:t>الخيار الثاني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3027" y="3246120"/>
            <a:ext cx="502142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1700" b="0">
                <a:solidFill>
                  <a:srgbClr val="8A93A0"/>
                </a:solidFill>
                <a:latin typeface="Thmanyah Sans"/>
              </a:rPr>
              <a:t>سطر رمادي يشرح الفكرة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8495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CFAF7"/>
          </a:solidFill>
          <a:ln w="19050">
            <a:solidFill>
              <a:srgbClr val="4F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4FD8C4"/>
                </a:solidFill>
                <a:latin typeface="Thmanyah Sans"/>
              </a:rPr>
              <a:t>بطاقات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10029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3600" b="1">
                <a:solidFill>
                  <a:srgbClr val="0B0D10"/>
                </a:solidFill>
                <a:latin typeface="Thmanyah Sans"/>
              </a:rPr>
              <a:t>ثلاث نقاط متوازية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354573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2714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2200" b="1">
                <a:solidFill>
                  <a:srgbClr val="4FD8C4"/>
                </a:solidFill>
                <a:latin typeface="Thmanyah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2714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0">
                <a:solidFill>
                  <a:srgbClr val="8A93A0"/>
                </a:solidFill>
                <a:latin typeface="Thmanyah Sans"/>
              </a:rPr>
              <a:t>كل بطاقة = عنوان + سطر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2331720"/>
            <a:ext cx="354573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0138" y="2606040"/>
            <a:ext cx="32714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2200" b="1">
                <a:solidFill>
                  <a:srgbClr val="4FD8C4"/>
                </a:solidFill>
                <a:latin typeface="Thmanyah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0138" y="3154680"/>
            <a:ext cx="32714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0">
                <a:solidFill>
                  <a:srgbClr val="8A93A0"/>
                </a:solidFill>
                <a:latin typeface="Thmanyah Sans"/>
              </a:rPr>
              <a:t>التركواز للبارز فقط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2331720"/>
            <a:ext cx="3545738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8756" y="2606040"/>
            <a:ext cx="32714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2200" b="1">
                <a:solidFill>
                  <a:srgbClr val="4FD8C4"/>
                </a:solidFill>
                <a:latin typeface="Thmanyah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756" y="3154680"/>
            <a:ext cx="32714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700" b="0">
                <a:solidFill>
                  <a:srgbClr val="8A93A0"/>
                </a:solidFill>
                <a:latin typeface="Thmanyah Sans"/>
              </a:rPr>
              <a:t>SVG ورسوم — مو صناديق نص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92040"/>
            <a:ext cx="11002975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24183" y="5001768"/>
            <a:ext cx="54864" cy="649224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56632"/>
            <a:ext cx="105914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000" b="0">
                <a:solidFill>
                  <a:srgbClr val="0B0D10"/>
                </a:solidFill>
                <a:latin typeface="Thmanyah Sans"/>
              </a:rPr>
              <a:t>كل عنصر يشرح نفسه بصريًا + سطر ثانٍ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8495" y="640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CFAF7"/>
          </a:solidFill>
          <a:ln w="19050">
            <a:solidFill>
              <a:srgbClr val="4F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4FD8C4"/>
                </a:solidFill>
                <a:latin typeface="Thmanyah Sans"/>
              </a:rPr>
              <a:t>رسم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10029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3600" b="1">
                <a:solidFill>
                  <a:srgbClr val="0B0D10"/>
                </a:solidFill>
                <a:latin typeface="Thmanyah Sans"/>
              </a:rPr>
              <a:t>مخطط أو SVG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1002975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110029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200" b="0">
                <a:solidFill>
                  <a:srgbClr val="8A93A0"/>
                </a:solidFill>
                <a:latin typeface="Thmanyah Sans"/>
              </a:rPr>
              <a:t>ضع رسمك أو لقطة شاشة هنا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532120"/>
            <a:ext cx="11002975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4183" y="5641848"/>
            <a:ext cx="54864" cy="649224"/>
          </a:xfrm>
          <a:prstGeom prst="rect">
            <a:avLst/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96712"/>
            <a:ext cx="105914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000" b="0">
                <a:solidFill>
                  <a:srgbClr val="0B0D10"/>
                </a:solidFill>
                <a:latin typeface="Thmanyah Sans"/>
              </a:rPr>
              <a:t>الرسم يشرح — العنوان ما يكرّر كل التفاصيل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bg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mark-on-light-1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5486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486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 rtl="1"/>
            <a:r>
              <a:rPr sz="1800" b="1">
                <a:solidFill>
                  <a:srgbClr val="0B0D10"/>
                </a:solidFill>
                <a:latin typeface="Thmanyah Sans"/>
              </a:rPr>
              <a:t>احمد الحربي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1100297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4800" b="1">
                <a:solidFill>
                  <a:srgbClr val="0B0D10"/>
                </a:solidFill>
                <a:latin typeface="Thmanyah Sans"/>
              </a:rPr>
              <a:t>شكراً — خلّنا نكمّل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5807" y="306324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2000" b="0">
                <a:solidFill>
                  <a:srgbClr val="8A93A0"/>
                </a:solidFill>
                <a:latin typeface="Thmanyah Sans"/>
              </a:rPr>
              <a:t>سطر ختامي قصير.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4069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0B0D10"/>
                </a:solidFill>
                <a:latin typeface="Thmanyah Sans"/>
              </a:rPr>
              <a:t>تابعني @Ahmed014x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92040"/>
            <a:ext cx="110029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sz="1600" b="0">
                <a:solidFill>
                  <a:srgbClr val="8A93A0"/>
                </a:solidFill>
                <a:latin typeface="Courier New"/>
              </a:rPr>
              <a:t>ahmednalharbii@gmail.com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rtl="1">
              <a:spcAft>
                <a:spcPts val="800"/>
              </a:spcAft>
            </a:pPr>
            <a:r>
              <a:rPr sz="1300" b="0">
                <a:solidFill>
                  <a:srgbClr val="8A93A0"/>
                </a:solidFill>
                <a:latin typeface="Thmanyah Sans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8567" y="6245352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4FD8C4"/>
                </a:solidFill>
                <a:latin typeface="Courier New"/>
              </a:rPr>
              <a:t>@Ahmed014x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28655" y="6300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4F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84687" y="6428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